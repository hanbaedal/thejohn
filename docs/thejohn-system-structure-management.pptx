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더존(thejohn) 업무 시스템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시스템 구조 (관리용 요약)</a:t>
            </a:r>
          </a:p>
          <a:p>
            <a:r>
              <a:t>2026-06-08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 시스템이 하는 일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거래처 온라인 주문 · 내부 상품·업체 관리</a:t>
            </a:r>
          </a:p>
          <a:p>
            <a:pPr>
              <a:defRPr sz="1800"/>
            </a:pPr>
            <a:r>
              <a:t>발주서·거래명세서 PDF 발행 (보기/저장 분리)</a:t>
            </a:r>
          </a:p>
          <a:p>
            <a:pPr>
              <a:defRPr sz="1800"/>
            </a:pPr>
            <a:r>
              <a:t>수기 거래명세서 · 고객지원(소식·문의) · 통계</a:t>
            </a:r>
          </a:p>
          <a:p>
            <a:pPr>
              <a:defRPr sz="1800"/>
            </a:pPr>
            <a:r>
              <a:t>웹(thejohn.co.kr) + 클라우드(DB·서버)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 이용자·권한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280160"/>
          <a:ext cx="8229600" cy="1600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320040">
                <a:tc>
                  <a:txBody>
                    <a:bodyPr/>
                    <a:lstStyle/>
                    <a:p>
                      <a:r>
                        <a:t>역할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대상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핵심 권한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r>
                        <a:t>슈퍼바이저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총괄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전체·계정·통계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r>
                        <a:t>관리자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담당 직원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담당 거래처·주문·PDF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r>
                        <a:t>거래처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업체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주문·이력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r>
                        <a:t>게스트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방문자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상품 열람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업무 메뉴 구성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마스터: 상품(사진 1장·상품정보) · 업체 · 예비거래처</a:t>
            </a:r>
          </a:p>
          <a:p>
            <a:pPr>
              <a:defRPr sz="1800"/>
            </a:pPr>
            <a:r>
              <a:t>주문: 거래처 장바구니 → 주문서 관리(발주·명세)</a:t>
            </a:r>
          </a:p>
          <a:p>
            <a:pPr>
              <a:defRPr sz="1800"/>
            </a:pPr>
            <a:r>
              <a:t>문서: 발주서 PDF · 거래명세 PDF · 수기 명세</a:t>
            </a:r>
          </a:p>
          <a:p>
            <a:pPr>
              <a:defRPr sz="1800"/>
            </a:pPr>
            <a:r>
              <a:t>지원: 소식 · QnA · 문의 · 메일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3-1. 업무관리(슈퍼바이저)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280160"/>
          <a:ext cx="822960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320040">
                <a:tc>
                  <a:txBody>
                    <a:bodyPr/>
                    <a:lstStyle/>
                    <a:p>
                      <a:r>
                        <a:t>그룹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메뉴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r>
                        <a:t>계정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관리자 등록 · 관리자 리스트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r>
                        <a:t>통계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접속·이용 · 디비사용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r>
                        <a:t>알림·문서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SOLAPI 이용 현황 · 문서 다운로드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시스템 3계층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① 화면 — 브라우저(목록·입력·PDF 모달)</a:t>
            </a:r>
          </a:p>
          <a:p>
            <a:pPr>
              <a:defRPr sz="1800"/>
            </a:pPr>
            <a:r>
              <a:t>② 서버 — Node.js(권한·업무·PDF 생성)</a:t>
            </a:r>
          </a:p>
          <a:p>
            <a:pPr>
              <a:defRPr sz="1800"/>
            </a:pPr>
            <a:r>
              <a:t>③ DB — MongoDB(직원·거래처·상품·주문 등)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5. 인프라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280160"/>
          <a:ext cx="8229600" cy="1600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320040">
                <a:tc>
                  <a:txBody>
                    <a:bodyPr/>
                    <a:lstStyle/>
                    <a:p>
                      <a:r>
                        <a:t>항목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내용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r>
                        <a:t>호스팅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Render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r>
                        <a:t>DB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MongoDB Atlas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r>
                        <a:t>배포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GitHub → Render 자동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r>
                        <a:t>도메인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thejohn.co.kr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6. PDF·보안 요약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PDF 보기: 화면 모달 (자동 다운로드 없음)</a:t>
            </a:r>
          </a:p>
          <a:p>
            <a:pPr>
              <a:defRPr sz="1800"/>
            </a:pPr>
            <a:r>
              <a:t>PDF 저장: 사용자가 저장 선택 시만 파일 저장</a:t>
            </a:r>
          </a:p>
          <a:p>
            <a:pPr>
              <a:defRPr sz="1800"/>
            </a:pPr>
            <a:r>
              <a:t>로그인·역할별 접근 제어 (JWT)</a:t>
            </a:r>
          </a:p>
          <a:p>
            <a:pPr>
              <a:defRPr sz="1800"/>
            </a:pPr>
            <a:r>
              <a:t>상태 점검: /api/health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감사합니다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상세: docs/ARCHITECTURE.md · docs/thejohn-system-structure-management.docx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